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4" r:id="rId4"/>
    <p:sldId id="281" r:id="rId5"/>
    <p:sldId id="258" r:id="rId6"/>
    <p:sldId id="285" r:id="rId7"/>
    <p:sldId id="284" r:id="rId8"/>
    <p:sldId id="286" r:id="rId9"/>
    <p:sldId id="295" r:id="rId10"/>
    <p:sldId id="288" r:id="rId11"/>
    <p:sldId id="296" r:id="rId12"/>
    <p:sldId id="290" r:id="rId13"/>
    <p:sldId id="292" r:id="rId14"/>
    <p:sldId id="293" r:id="rId15"/>
    <p:sldId id="282" r:id="rId16"/>
    <p:sldId id="294" r:id="rId17"/>
    <p:sldId id="28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92C2409-D048-4F78-A317-D74F9F08A840}">
          <p14:sldIdLst>
            <p14:sldId id="256"/>
            <p14:sldId id="257"/>
            <p14:sldId id="274"/>
            <p14:sldId id="281"/>
            <p14:sldId id="258"/>
            <p14:sldId id="285"/>
            <p14:sldId id="284"/>
            <p14:sldId id="286"/>
            <p14:sldId id="295"/>
            <p14:sldId id="288"/>
            <p14:sldId id="296"/>
            <p14:sldId id="290"/>
            <p14:sldId id="292"/>
            <p14:sldId id="293"/>
            <p14:sldId id="282"/>
            <p14:sldId id="294"/>
            <p14:sldId id="283"/>
          </p14:sldIdLst>
        </p14:section>
        <p14:section name="Untitled Section" id="{6D68685D-5A42-4671-A0D3-9FC41D37769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A0928-FEF6-DE58-556E-6117CCEC7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73369-E801-832C-82F5-993AE137C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585AC-DA7A-6CAA-D972-928DBCFD3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118C0-B05B-4B46-BABF-23FF419D0D9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85199-F735-AE27-B719-EFBA831C8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21F3-B587-93E1-D11B-E7B2F22FB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AC18-601C-42C4-9694-41FBB3F68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686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FF97D-BB80-EF4C-8070-08C45DB1C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2E02D-E8AD-716E-BC6B-01DEA517C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C8764-0A26-A6B0-964E-B9E5133A5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118C0-B05B-4B46-BABF-23FF419D0D9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5C8DD-6449-AA08-6618-7E4490016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540D5-5FC0-8DDD-ADDB-4A206BE9C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AC18-601C-42C4-9694-41FBB3F68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27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C1297-F509-4FF2-5909-83DDCE48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55118-DCB1-10D8-A040-2D8270CB6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0A2B0-092C-F2E7-4013-EAD3D3583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118C0-B05B-4B46-BABF-23FF419D0D9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122E4-4B2B-03AE-1CB4-03F4AFCE6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B3265-C9D6-A290-0DF2-FF88F19B6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AC18-601C-42C4-9694-41FBB3F68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120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65825-A9AA-8EC8-36DC-A92F93468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35319-0D09-0F0F-134A-ACB2C54D4B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E599E-CD97-76F3-87E9-CBA9EDC1D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D506B-6969-9101-D035-233A21F3A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118C0-B05B-4B46-BABF-23FF419D0D9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3CDF61-0B5F-8CCA-D3DA-D73DB7C3D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EFE6B-0189-58F2-6127-FEAC59588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AC18-601C-42C4-9694-41FBB3F68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772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91608-4A80-0BD6-227E-94D00A87A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9F401-0A01-66CE-DE09-18E72394C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AE7E1F-8120-A848-5D95-62936F588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050E3A-704D-5448-8E50-E41B4DC8D2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71E07A-0085-D160-5616-A7737767CB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87B16D-49C8-9C97-3A95-FC5123F9A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118C0-B05B-4B46-BABF-23FF419D0D9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C9B1D0-010E-93F4-21A8-8B9657B44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F13491-1195-8134-8871-7A75679E0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AC18-601C-42C4-9694-41FBB3F68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858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1685F-50C6-C302-AADC-16028C3D9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118AF6-D7CD-EAB8-05DA-F92FD4D5A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118C0-B05B-4B46-BABF-23FF419D0D9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5EA38C-8B67-E165-3605-9A3878EA3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B9877-5088-0258-1939-B434DAD97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AC18-601C-42C4-9694-41FBB3F68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128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271CA5-BE8C-3684-2B2C-ECB5A3D38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118C0-B05B-4B46-BABF-23FF419D0D9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76E201-776A-4171-C07E-7DEBA5D34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98D3F-FD4F-E540-B915-A08B089EE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AC18-601C-42C4-9694-41FBB3F68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951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1D882-3632-A367-E469-C91BE7626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9D237-A892-67A5-4BBA-E584114DD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6CA63-83F2-A2FE-8A48-E1EB9578A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B1E77-B6EC-4728-5001-F34DAC225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118C0-B05B-4B46-BABF-23FF419D0D9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CD950-1A5F-9A4B-7F36-5D4F82058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E4D95-B4F2-9BE7-6D34-7BE9A49F1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AC18-601C-42C4-9694-41FBB3F68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59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9F4CE-0F6E-9C52-C98A-B33F71B79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C2BDA-AF90-D6E8-1210-9A1666B41D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83296F-AB89-70BD-35DB-90115C8D7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6D7FE-5333-E757-880D-CB679B728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118C0-B05B-4B46-BABF-23FF419D0D9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F48686-9394-117B-84AA-3B65566AE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A5786-CDBE-4A19-904B-C046E61AC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AC18-601C-42C4-9694-41FBB3F68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086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B0244-9A1E-FF48-3985-7C9856809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875105-BC75-87B7-F9F7-9F7148A9A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B0444-761B-1B41-97A1-80E87A19F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118C0-B05B-4B46-BABF-23FF419D0D9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593B0-3EE1-31C6-5CA8-D0D166AB0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70523-4215-68C1-9B67-2350D42CD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AC18-601C-42C4-9694-41FBB3F68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207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1ABBB6-2D8A-99AE-A952-5A7FFD7639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C3C03B-C6B2-ED3C-73D5-6B75048FD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913FE-A1D6-DEF7-BB7F-0DE8B58A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118C0-B05B-4B46-BABF-23FF419D0D9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833DC-9361-A4D4-DD45-77C32EEA5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B7FF3-5E1B-2DD1-96D5-7B19C3244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AC18-601C-42C4-9694-41FBB3F68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861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B9C85D-E583-7A78-098E-3341FDAA2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A0526-8CFB-176D-58A7-027E13EE5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EB8BE-BF91-F415-1CB1-FFE7D67B55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A118C0-B05B-4B46-BABF-23FF419D0D9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D0C27-F955-E266-F071-9694A33795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108E6-9082-9CB1-0214-EBF9DC6C9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EAC18-601C-42C4-9694-41FBB3F68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672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F80FC-EEF2-EB75-76A1-EFA597102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80344"/>
            <a:ext cx="9144000" cy="1828800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Next-Gen Password Strength Checker using Dynamic Programming &amp; String Algorithms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7C979A-BAAF-5054-FFB2-E519DF32B8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1511" y="4624865"/>
            <a:ext cx="4660490" cy="2069113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Peeran Basha(192472244)</a:t>
            </a:r>
          </a:p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Yallareddy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(192465047)</a:t>
            </a:r>
          </a:p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Rakesh (192425241)</a:t>
            </a:r>
          </a:p>
        </p:txBody>
      </p:sp>
      <p:pic>
        <p:nvPicPr>
          <p:cNvPr id="1026" name="Picture 2" descr="A blue and yellow logo&#10;&#10;AI-generated content may be incorrect.">
            <a:extLst>
              <a:ext uri="{FF2B5EF4-FFF2-40B4-BE49-F238E27FC236}">
                <a16:creationId xmlns:a16="http://schemas.microsoft.com/office/drawing/2014/main" id="{F3DDCF6B-DE6A-6531-0A83-996497EED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117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A1BB3E-48DA-5609-E019-AACBEBD3659B}"/>
              </a:ext>
            </a:extLst>
          </p:cNvPr>
          <p:cNvSpPr txBox="1"/>
          <p:nvPr/>
        </p:nvSpPr>
        <p:spPr>
          <a:xfrm flipH="1">
            <a:off x="1060642" y="4624865"/>
            <a:ext cx="42640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sz="2400" b="1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Dr. S. Pradeep Kumar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F. Mary Harin Fernandez</a:t>
            </a:r>
          </a:p>
        </p:txBody>
      </p:sp>
    </p:spTree>
    <p:extLst>
      <p:ext uri="{BB962C8B-B14F-4D97-AF65-F5344CB8AC3E}">
        <p14:creationId xmlns:p14="http://schemas.microsoft.com/office/powerpoint/2010/main" val="1838352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DEE60-9094-7CC0-F68A-307A9E12A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998" y="140757"/>
            <a:ext cx="9558869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6B652E00-EB0A-17AC-783A-AE0F1C651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5" y="0"/>
            <a:ext cx="1217613" cy="124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C93D26A2-DA4D-219C-34A8-7962843BF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8867" y="56621"/>
            <a:ext cx="1363133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7FFB56B-5952-11EC-3E79-2F77294577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8539" y="1929592"/>
            <a:ext cx="11753461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Passwords are the first line of defense in protecting digital accounts and sensitive data.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password checkers are basic and only measure length or character types.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Next-generation password checking uses smarter techniques to detect real weaknesses.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helps analyze patterns like repeated characters or predictable sequences.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algorithms compare passwords with known weak patterns, such as dictionary words or common hacks.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help users create stronger, harder-to-crack passwords for better security.</a:t>
            </a:r>
          </a:p>
        </p:txBody>
      </p:sp>
    </p:spTree>
    <p:extLst>
      <p:ext uri="{BB962C8B-B14F-4D97-AF65-F5344CB8AC3E}">
        <p14:creationId xmlns:p14="http://schemas.microsoft.com/office/powerpoint/2010/main" val="1361175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26C4D-DE47-2CFB-5CA8-701E6DFB2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-40482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91B40B-94D5-AD7E-ED4E-CEEA05D07F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2269674"/>
              </p:ext>
            </p:extLst>
          </p:nvPr>
        </p:nvGraphicFramePr>
        <p:xfrm>
          <a:off x="129192" y="1667636"/>
          <a:ext cx="11933616" cy="4870230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1636947">
                  <a:extLst>
                    <a:ext uri="{9D8B030D-6E8A-4147-A177-3AD203B41FA5}">
                      <a16:colId xmlns:a16="http://schemas.microsoft.com/office/drawing/2014/main" val="2205914223"/>
                    </a:ext>
                  </a:extLst>
                </a:gridCol>
                <a:gridCol w="1818126">
                  <a:extLst>
                    <a:ext uri="{9D8B030D-6E8A-4147-A177-3AD203B41FA5}">
                      <a16:colId xmlns:a16="http://schemas.microsoft.com/office/drawing/2014/main" val="948707378"/>
                    </a:ext>
                  </a:extLst>
                </a:gridCol>
                <a:gridCol w="2317876">
                  <a:extLst>
                    <a:ext uri="{9D8B030D-6E8A-4147-A177-3AD203B41FA5}">
                      <a16:colId xmlns:a16="http://schemas.microsoft.com/office/drawing/2014/main" val="2475079264"/>
                    </a:ext>
                  </a:extLst>
                </a:gridCol>
                <a:gridCol w="3735595">
                  <a:extLst>
                    <a:ext uri="{9D8B030D-6E8A-4147-A177-3AD203B41FA5}">
                      <a16:colId xmlns:a16="http://schemas.microsoft.com/office/drawing/2014/main" val="68639446"/>
                    </a:ext>
                  </a:extLst>
                </a:gridCol>
                <a:gridCol w="2425072">
                  <a:extLst>
                    <a:ext uri="{9D8B030D-6E8A-4147-A177-3AD203B41FA5}">
                      <a16:colId xmlns:a16="http://schemas.microsoft.com/office/drawing/2014/main" val="3133893150"/>
                    </a:ext>
                  </a:extLst>
                </a:gridCol>
              </a:tblGrid>
              <a:tr h="419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/ Year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 Title / Topic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 Used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to Our Project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933021"/>
                  </a:ext>
                </a:extLst>
              </a:tr>
              <a:tr h="779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Florêncio &amp; Herley, 2018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 Strength Measurement Framework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Entropy calculation, String pattern analysis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Entropy alone fails when users follow predictable patterns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Justifies our use of </a:t>
                      </a: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pattern detection + DP</a:t>
                      </a: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not entropy alone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764405"/>
                  </a:ext>
                </a:extLst>
              </a:tr>
              <a:tr h="599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Komanduri et al., 2019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Modeling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User Password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Probabilistic context-free grammar (PCFG), string segmentation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 passwords follow common structures (names, digits, patterns)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our </a:t>
                      </a: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pattern-based scoring</a:t>
                      </a: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using string algorithms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530582"/>
                  </a:ext>
                </a:extLst>
              </a:tr>
              <a:tr h="779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 et al., 2021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Password Weakness Analysis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classification of weak vs strong passwords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 reuse insecure patterns repeatedly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justify our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DP-based repetition optimization detection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569846"/>
                  </a:ext>
                </a:extLst>
              </a:tr>
              <a:tr h="779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 et al., 2022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Password Guessability Models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programming + character sequence modeling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 improves detection of minimal edits needed to strengthen a password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Strongly aligns with our </a:t>
                      </a: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minimum steps to strong password using DP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049077"/>
                  </a:ext>
                </a:extLst>
              </a:tr>
              <a:tr h="779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al., 2023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Password Evaluation System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Regex, Levenshtein distance, rule-based scoring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Combining rule-based scoring with edit-distance is highly accurate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our </a:t>
                      </a: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 algorithms (regex, DP, edit-distance)</a:t>
                      </a: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approach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793707"/>
                  </a:ext>
                </a:extLst>
              </a:tr>
              <a:tr h="599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&amp; Shah, 2024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 Indicators Using AI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 + sequence modeling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models greatly improve prediction of weak password patterns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Relates to our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AI-enhanced scoring for future extensions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514988"/>
                  </a:ext>
                </a:extLst>
              </a:tr>
            </a:tbl>
          </a:graphicData>
        </a:graphic>
      </p:graphicFrame>
      <p:pic>
        <p:nvPicPr>
          <p:cNvPr id="3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8B8E3407-C8E4-F19A-C213-E352BB1B4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5" y="0"/>
            <a:ext cx="1217613" cy="124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B8712CEE-3D0C-2D42-DE41-947032DF3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8867" y="56621"/>
            <a:ext cx="1363133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055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D9629-A2CB-5FC3-55B2-E40318C3C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111" y="99654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9991F8-6737-F803-D3FA-545649A090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1835" y="2781820"/>
            <a:ext cx="11088329" cy="2570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password strength checkers only check basic rules like length and special characters.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do not detect deeper weaknesses such as repeated patterns, dictionary words, or similarity to common passwords.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is to develop an intelligent system that analyzes a password using algorithms like Dynamic Programming and String Matching to give a more accurate and secure evaluation.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A11A2346-BDED-6D87-3E79-48096E496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5" y="0"/>
            <a:ext cx="1217613" cy="124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DB9364E3-BFC5-0E87-E3B5-04360CE0D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8867" y="56621"/>
            <a:ext cx="1363133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375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E87C6-C669-C317-CECC-CF3BD36DC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973" y="127541"/>
            <a:ext cx="9558869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61F5B531-8630-9DF0-F4CF-A958F5420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5" y="0"/>
            <a:ext cx="1217613" cy="124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57EF9E57-61D7-957C-BDDF-936D81BDD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8867" y="56621"/>
            <a:ext cx="1363133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87038E3-B50C-BB71-17FD-1B7A313344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660" y="2040429"/>
            <a:ext cx="11100680" cy="4369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smart password strength checker using Dynamic Programming and String Algorithms.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weak patterns such as repeated sequences, palindromes, and dictionary words.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  compare the password with common password lists using edit-distance.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calculate entropy, crack time, and give a final strength score.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clean and easy-to-use web interface for real-time password analysis.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give clear suggestions to users on how to improve their password.  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combine algorithms such as Longest Repeated Subsequence (LRS), Longest Palindromic Subsequence (LPS), KMP Pattern Matching, and Edit Distance to detect hidden weaknesses.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007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38B7F-70AE-0361-D08A-E0BCD1441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6657" y="56621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B03BC-5BDF-D9E2-F083-C39F83352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191" y="1707501"/>
            <a:ext cx="10672665" cy="466540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Input &amp; Pre-Processing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password is collected and cleaned.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Algorithmic Analysis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DP-based pattern detection, similarity check &amp; entropy calculation.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Scoring &amp; Visualization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 score generated with clear insights.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Recommendation Engine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suggestions to improve password strength.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E0745F6B-806E-204C-20D2-892E1FA86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5" y="0"/>
            <a:ext cx="1217613" cy="124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15E24703-69BA-84F3-3B8A-94566BF10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8867" y="56621"/>
            <a:ext cx="1363133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2199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19449-5868-BB1D-CE85-2E6E9BCF0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998" y="278342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dirty="0"/>
          </a:p>
        </p:txBody>
      </p:sp>
      <p:pic>
        <p:nvPicPr>
          <p:cNvPr id="4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9732CDC7-22EE-674C-FDBD-552326D19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5" y="0"/>
            <a:ext cx="1217613" cy="124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E3C3CB5A-8C9C-3F09-F92F-56C3ADFC8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8867" y="56621"/>
            <a:ext cx="1363133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Content Placeholder 12" descr="A diagram of a program&#10;&#10;AI-generated content may be incorrect.">
            <a:extLst>
              <a:ext uri="{FF2B5EF4-FFF2-40B4-BE49-F238E27FC236}">
                <a16:creationId xmlns:a16="http://schemas.microsoft.com/office/drawing/2014/main" id="{B75CDD44-C924-E2BA-DA76-DBC7E93EAF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80" y="1603905"/>
            <a:ext cx="8869680" cy="4968000"/>
          </a:xfrm>
        </p:spPr>
      </p:pic>
    </p:spTree>
    <p:extLst>
      <p:ext uri="{BB962C8B-B14F-4D97-AF65-F5344CB8AC3E}">
        <p14:creationId xmlns:p14="http://schemas.microsoft.com/office/powerpoint/2010/main" val="1890046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38114-3921-CA06-8A2E-865BC966A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618" y="56623"/>
            <a:ext cx="10515600" cy="110037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Pattern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648AD986-5797-3CB6-F272-4349DED46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5" y="0"/>
            <a:ext cx="1217613" cy="124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985C7296-1556-50CF-3606-29BF2F1FB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8867" y="56621"/>
            <a:ext cx="1363133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6CA4598-85C1-3861-20C7-9FCE00B696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089" y="1381450"/>
            <a:ext cx="5812678" cy="502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Cleans and normalizes the password to remove noise and invalid characters.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Extracts key features like length, case mix, digits, and symbol distribution.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Identifies basic structural weaknesses such as repeated or ordered patterns.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Validates character quality to ensure only meaningful inputs are processed.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a clean feature set for deeper algorithmic analysis.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Acts as the foundation for accurate password strength evaluation.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C31AE2D7-6225-BCDD-0FC3-87D8F6F50E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5C89FE-7C88-57C8-0697-FA6C75088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815" y="1861654"/>
            <a:ext cx="5679233" cy="406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482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F0DF4-1AE8-10EB-E6E8-C315961F8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3734" y="253158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:Architecture Diagram </a:t>
            </a:r>
            <a:endParaRPr lang="en-IN" dirty="0"/>
          </a:p>
        </p:txBody>
      </p:sp>
      <p:pic>
        <p:nvPicPr>
          <p:cNvPr id="4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1B395E8E-58D1-0E80-BDF1-E64251BCC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5" y="0"/>
            <a:ext cx="1217613" cy="124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D99A9919-A98B-0EBA-6ED2-492F9DC9F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8867" y="56621"/>
            <a:ext cx="1363133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 descr="A diagram of a software project&#10;&#10;AI-generated content may be incorrect.">
            <a:extLst>
              <a:ext uri="{FF2B5EF4-FFF2-40B4-BE49-F238E27FC236}">
                <a16:creationId xmlns:a16="http://schemas.microsoft.com/office/drawing/2014/main" id="{D3200B4C-25CB-6447-D00F-211D9DE165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108701" y="1882750"/>
            <a:ext cx="5974598" cy="423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099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4D1EC-3FBB-C9C3-FD79-CFEEEE535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998" y="20954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: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Programming-Based Strength Estimator</a:t>
            </a:r>
          </a:p>
        </p:txBody>
      </p:sp>
      <p:pic>
        <p:nvPicPr>
          <p:cNvPr id="4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1656D71A-0CA4-184B-A81D-08CBA9765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5" y="0"/>
            <a:ext cx="1217613" cy="124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444E405B-297B-038A-0208-70FBC731A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8867" y="56621"/>
            <a:ext cx="1363133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5028D08-38D9-6149-83BF-D3C6AEEE11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426070"/>
            <a:ext cx="9332167" cy="5150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DP algorithms to detect hidden weak patterns in the password.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Finds repeated sequences, palindromes, and structural similarities.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Computes edit distance to measure similarity with simplified patterns.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Calculates entropy and predicts realistic crack-time.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Produces a precise numerical strength score based on algorithmic analysis.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highly accurate vulnerability detection that basic checkers miss.</a:t>
            </a:r>
          </a:p>
        </p:txBody>
      </p:sp>
    </p:spTree>
    <p:extLst>
      <p:ext uri="{BB962C8B-B14F-4D97-AF65-F5344CB8AC3E}">
        <p14:creationId xmlns:p14="http://schemas.microsoft.com/office/powerpoint/2010/main" val="2764246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D64BC-92D3-F43E-6E93-43DE203EE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037" y="56622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Architecture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A diagram of a diagram of a customer feedback&#10;&#10;AI-generated content may be incorrect.">
            <a:extLst>
              <a:ext uri="{FF2B5EF4-FFF2-40B4-BE49-F238E27FC236}">
                <a16:creationId xmlns:a16="http://schemas.microsoft.com/office/drawing/2014/main" id="{8C2A69C2-6F7A-F73D-F436-F412AB4359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8037" y="2030898"/>
            <a:ext cx="9231713" cy="4351338"/>
          </a:xfrm>
          <a:prstGeom prst="rect">
            <a:avLst/>
          </a:prstGeom>
        </p:spPr>
      </p:pic>
      <p:pic>
        <p:nvPicPr>
          <p:cNvPr id="6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2399671C-F5E9-113B-8B2B-0BFE9543B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5" y="0"/>
            <a:ext cx="1217613" cy="124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77AE4074-77CD-E915-9433-5C7BD3EA4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8867" y="56621"/>
            <a:ext cx="1363133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5355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68555-3C2F-DB02-AD34-3A7041076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998" y="140757"/>
            <a:ext cx="9558869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Feedback &amp; Recommendation Engine</a:t>
            </a:r>
          </a:p>
        </p:txBody>
      </p:sp>
      <p:pic>
        <p:nvPicPr>
          <p:cNvPr id="4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42AD5287-5A61-8FE3-FA25-0BA9392DD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5" y="0"/>
            <a:ext cx="1217613" cy="124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EFD408D0-E551-F2E8-30EC-E551BE315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8867" y="56621"/>
            <a:ext cx="1363133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12B5EC7-AFF8-CAD2-3012-186B2216F2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95402"/>
            <a:ext cx="9886874" cy="4411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Converts analytical results into a clear strength score and rating.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crack-time, entropy, and detected weaknesses in a simple dashboard.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practical suggestions to improve the password instantly.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users understand how strong or weak their password truly is.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Enhances usability with quick visual insights and improvement tips.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continuous password refinement through user-friendly feedback.</a:t>
            </a:r>
          </a:p>
        </p:txBody>
      </p:sp>
    </p:spTree>
    <p:extLst>
      <p:ext uri="{BB962C8B-B14F-4D97-AF65-F5344CB8AC3E}">
        <p14:creationId xmlns:p14="http://schemas.microsoft.com/office/powerpoint/2010/main" val="923665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22414-D68A-C050-F7C8-45F082E70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351" y="209549"/>
            <a:ext cx="10515600" cy="103505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0807D774-9DF0-F966-5AD5-07B8DC243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5" y="0"/>
            <a:ext cx="1217613" cy="124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FCFAA7AC-2B7D-46C4-650E-C60A1AFFB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8867" y="56621"/>
            <a:ext cx="1363133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5ED0B4-3706-53E9-53DA-61107D6EC8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l="26005" r="25883"/>
          <a:stretch>
            <a:fillRect/>
          </a:stretch>
        </p:blipFill>
        <p:spPr>
          <a:xfrm>
            <a:off x="628996" y="1244600"/>
            <a:ext cx="5517113" cy="536400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7350AD-9FB3-ECF4-11C4-FC721AB971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342" r="21139"/>
          <a:stretch>
            <a:fillRect/>
          </a:stretch>
        </p:blipFill>
        <p:spPr>
          <a:xfrm>
            <a:off x="5993320" y="4195113"/>
            <a:ext cx="5517113" cy="260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6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715D9-0EA5-C542-BC4B-B578536A7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036" y="209549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  <a:endParaRPr lang="en-IN" dirty="0"/>
          </a:p>
        </p:txBody>
      </p:sp>
      <p:pic>
        <p:nvPicPr>
          <p:cNvPr id="4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10BE5325-9D9B-D0CD-78C8-994020BF3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5" y="0"/>
            <a:ext cx="1217613" cy="124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30E88D58-8684-6714-BA33-08AE7083E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8867" y="56621"/>
            <a:ext cx="1363133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B4343E3-5805-977E-95E7-20B1FD8CBF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3020" y="1244600"/>
            <a:ext cx="11172825" cy="5617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accurately detected weak patterns such as repetitions, palindromes, and low-entropy structures in passwords.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Programming–based scoring provided consistent and highly precise strength estimation (0–100 scale).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Entropy and crack-time calculations showed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30%–60% improvement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password strength after applying system recommendations.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analysis and feedback allowed users to instantly modify weak passwords into stronger ones.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dashboard clearly displayed password complexity, making results easy for users to understand.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system response time was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less than 1 second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proving suitability for real-time use.</a:t>
            </a:r>
          </a:p>
        </p:txBody>
      </p:sp>
    </p:spTree>
    <p:extLst>
      <p:ext uri="{BB962C8B-B14F-4D97-AF65-F5344CB8AC3E}">
        <p14:creationId xmlns:p14="http://schemas.microsoft.com/office/powerpoint/2010/main" val="277526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0A4E1-07F1-3157-AA8E-4DB7D9500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015" y="121492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/>
          </a:p>
        </p:txBody>
      </p:sp>
      <p:pic>
        <p:nvPicPr>
          <p:cNvPr id="4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F11B12D5-A814-9D36-F80B-7D9D40859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5" y="0"/>
            <a:ext cx="1217613" cy="124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BDC78BFE-D726-DC81-ECF1-E8C348242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8867" y="56621"/>
            <a:ext cx="1363133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BF1916E-012D-B3CF-2AE6-32E7DD0A24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6943" y="2416703"/>
            <a:ext cx="10821232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accurately checks password strength using DP and String Algorithms.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weak patterns such as repetitions, palindromes, and dictionary words.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tool calculates entropy, crack time, and generates a clear strength score.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web interface provides easy real-time analysis and helpful suggestions.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proves how DAA concepts can be applied to real cybersecurity problems.</a:t>
            </a:r>
          </a:p>
        </p:txBody>
      </p:sp>
    </p:spTree>
    <p:extLst>
      <p:ext uri="{BB962C8B-B14F-4D97-AF65-F5344CB8AC3E}">
        <p14:creationId xmlns:p14="http://schemas.microsoft.com/office/powerpoint/2010/main" val="2458932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DDBF-0D42-1B0D-3FF4-2744DD864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045" y="209549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4E2BC-F56D-2AD2-7520-A9509000E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137" y="1688040"/>
            <a:ext cx="10867663" cy="4488923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Bursztein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E., et al., “Advances in Password Cracking: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Modern Password Guessing Models,”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Symposium on Security &amp; Privacy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pPr>
              <a:lnSpc>
                <a:spcPct val="12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 S., Zhang, Y., “A Statistical Markov-Based Password Strength Meter for Real-World Applications,”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Information Security and Applications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pPr>
              <a:lnSpc>
                <a:spcPct val="12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Houshmand, M., et al., “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PassTSL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Human-Created Passwords Through Two-Stage Learning,” </a:t>
            </a:r>
            <a:r>
              <a:rPr lang="en-I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>
              <a:lnSpc>
                <a:spcPct val="12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Subramanya, S.,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Churiwala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“Adversarial Machine Learning for Robust Password Strength Estimation,” </a:t>
            </a:r>
            <a:r>
              <a:rPr lang="en-I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>
              <a:lnSpc>
                <a:spcPct val="12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Silva, D., Costa, R., “From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RockYou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RockYou2024: Evaluating Modern Password Patterns and Vulnerabilities,”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Information Systems and Security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>
              <a:lnSpc>
                <a:spcPct val="12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Kaspersky Security Labs, “Analysis of 193 Million Leaked Passwords: Global Password Weakness Statistics,”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Kaspersky Cybersecurity Report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>
              <a:lnSpc>
                <a:spcPct val="12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Zhang, Q., Liu, H., “MAYA: A Unified Benchmark for Evaluating Generative Password Guessing Algorithms,” </a:t>
            </a:r>
            <a:r>
              <a:rPr lang="en-I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endParaRPr lang="en-IN" dirty="0"/>
          </a:p>
        </p:txBody>
      </p:sp>
      <p:pic>
        <p:nvPicPr>
          <p:cNvPr id="4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6F0EECBD-02D1-FA4C-6DDC-130E6A8FD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5" y="0"/>
            <a:ext cx="1217613" cy="124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CAFAEF18-60E5-4A2B-FA88-52B0FCDD9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8867" y="56621"/>
            <a:ext cx="1363133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9570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F5211-3167-5640-6096-B8386A6EE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78093-F209-1797-1C1C-2F778CCD9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2" descr="A Big Thank You Images – Browse 20,532 Stock Photos, Vectors ...">
            <a:extLst>
              <a:ext uri="{FF2B5EF4-FFF2-40B4-BE49-F238E27FC236}">
                <a16:creationId xmlns:a16="http://schemas.microsoft.com/office/drawing/2014/main" id="{66FFEF46-927E-86EB-D0F2-6F3E508C7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571" y="1205496"/>
            <a:ext cx="8376857" cy="48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8635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</TotalTime>
  <Words>1154</Words>
  <Application>Microsoft Office PowerPoint</Application>
  <PresentationFormat>Widescreen</PresentationFormat>
  <Paragraphs>118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Wingdings</vt:lpstr>
      <vt:lpstr>Office Theme</vt:lpstr>
      <vt:lpstr>Next-Gen Password Strength Checker using Dynamic Programming &amp; String Algorithms</vt:lpstr>
      <vt:lpstr>Introduction</vt:lpstr>
      <vt:lpstr>Literature Survey </vt:lpstr>
      <vt:lpstr>Problem Statement</vt:lpstr>
      <vt:lpstr>OBJECTIVES </vt:lpstr>
      <vt:lpstr>Methodology</vt:lpstr>
      <vt:lpstr>Architecture Diagram</vt:lpstr>
      <vt:lpstr>Module 1 : Password Pattern Analyze</vt:lpstr>
      <vt:lpstr>Module 2 :Architecture Diagram </vt:lpstr>
      <vt:lpstr>Module 2 : Dynamic Programming-Based Strength Estimator</vt:lpstr>
      <vt:lpstr>Module 3: Architecture Digram</vt:lpstr>
      <vt:lpstr>Module 3: User Feedback &amp; Recommendation Engine</vt:lpstr>
      <vt:lpstr>Sample output</vt:lpstr>
      <vt:lpstr>Results And Discussion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FarmMarketLink: Agricultural Pricing and Demand Forecast</dc:title>
  <dc:creator>gayathrik01126@gmail.com</dc:creator>
  <cp:lastModifiedBy>peeran basha Rallapati</cp:lastModifiedBy>
  <cp:revision>28</cp:revision>
  <dcterms:created xsi:type="dcterms:W3CDTF">2025-10-06T15:23:24Z</dcterms:created>
  <dcterms:modified xsi:type="dcterms:W3CDTF">2025-12-10T09:11:05Z</dcterms:modified>
</cp:coreProperties>
</file>